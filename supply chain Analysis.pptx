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5"/>
  </p:notesMasterIdLst>
  <p:sldIdLst>
    <p:sldId id="256" r:id="rId2"/>
    <p:sldId id="257"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80" autoAdjust="0"/>
    <p:restoredTop sz="86410" autoAdjust="0"/>
  </p:normalViewPr>
  <p:slideViewPr>
    <p:cSldViewPr snapToGrid="0" snapToObjects="1">
      <p:cViewPr varScale="1">
        <p:scale>
          <a:sx n="57" d="100"/>
          <a:sy n="57" d="100"/>
        </p:scale>
        <p:origin x="268" y="40"/>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17566B-BBB3-481A-A4A8-A11AECD3D181}" type="datetimeFigureOut">
              <a:rPr lang="en-US" smtClean="0"/>
              <a:t>4/23/2024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891ACE-88D0-4540-9102-0184D180794E}" type="slidenum">
              <a:rPr lang="en-US" smtClean="0"/>
              <a:t>‹#›</a:t>
            </a:fld>
            <a:endParaRPr lang="en-US"/>
          </a:p>
        </p:txBody>
      </p:sp>
    </p:spTree>
    <p:extLst>
      <p:ext uri="{BB962C8B-B14F-4D97-AF65-F5344CB8AC3E}">
        <p14:creationId xmlns:p14="http://schemas.microsoft.com/office/powerpoint/2010/main" val="13074381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Transportation Mode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Service Level Analysis</a:t>
            </a:r>
            <a:endParaRPr dirty="0"/>
          </a:p>
          <a:p>
            <a:r>
              <a:rPr b="0" dirty="0"/>
              <a:t>No alt text provided</a:t>
            </a:r>
            <a:endParaRPr dirty="0"/>
          </a:p>
          <a:p>
            <a:endParaRPr dirty="0"/>
          </a:p>
          <a:p>
            <a:r>
              <a:rPr b="1" dirty="0"/>
              <a:t>Compliance Rate per Carrier</a:t>
            </a:r>
            <a:endParaRPr dirty="0"/>
          </a:p>
          <a:p>
            <a:r>
              <a:rPr b="0" dirty="0"/>
              <a:t>No alt text provided</a:t>
            </a:r>
            <a:endParaRPr dirty="0"/>
          </a:p>
          <a:p>
            <a:endParaRPr dirty="0"/>
          </a:p>
          <a:p>
            <a:r>
              <a:rPr b="1" dirty="0"/>
              <a:t>Quantity &amp; Weight per Plant </a:t>
            </a:r>
            <a:endParaRPr dirty="0"/>
          </a:p>
          <a:p>
            <a:r>
              <a:rPr b="0" dirty="0"/>
              <a:t>No alt text provided</a:t>
            </a:r>
            <a:endParaRPr dirty="0"/>
          </a:p>
          <a:p>
            <a:endParaRPr dirty="0"/>
          </a:p>
          <a:p>
            <a:r>
              <a:rPr b="1" dirty="0"/>
              <a:t> Early Shipments and Late Shipments per Carrier</a:t>
            </a:r>
            <a:endParaRPr dirty="0"/>
          </a:p>
          <a:p>
            <a:r>
              <a:rPr b="0" dirty="0"/>
              <a:t>No alt text provided</a:t>
            </a:r>
            <a:endParaRPr dirty="0"/>
          </a:p>
          <a:p>
            <a:endParaRPr dirty="0"/>
          </a:p>
          <a:p>
            <a:r>
              <a:rPr b="1" dirty="0"/>
              <a:t>OnTime Analysis</a:t>
            </a:r>
            <a:endParaRPr dirty="0"/>
          </a:p>
          <a:p>
            <a:r>
              <a:rPr b="0" dirty="0"/>
              <a:t>No alt text provided</a:t>
            </a:r>
            <a:endParaRPr dirty="0"/>
          </a:p>
          <a:p>
            <a:endParaRPr dirty="0"/>
          </a:p>
          <a:p>
            <a:r>
              <a:rPr b="1" dirty="0"/>
              <a:t>Total Weight &amp; Total Order per Carrier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card</a:t>
            </a:r>
            <a:endParaRPr dirty="0"/>
          </a:p>
          <a:p>
            <a:r>
              <a:rPr b="0" dirty="0"/>
              <a:t>No alt text provided</a:t>
            </a:r>
            <a:endParaRPr dirty="0"/>
          </a:p>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4/23/2024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4/23/2024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4/23/2024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4/23/2024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4/23/2024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4/23/2024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4/23/2024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4/23/2024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4/23/2024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4/23/2024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4/23/2024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4/23/2024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pp.powerbi.com/groups/me/reports/fbf82c2c-d5f5-4327-b714-d1c22cf98203?pbi_source=PowerPoint" TargetMode="External"/><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app.powerbi.com/groups/me/reports/fbf82c2c-d5f5-4327-b714-d1c22cf98203/?pbi_source=PowerPoint" TargetMode="External"/><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hyperlink" Target="https://app.powerbi.com/groups/me/reports/fbf82c2c-d5f5-4327-b714-d1c22cf98203/?pbi_source=PowerPoint" TargetMode="External"/><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2639384" y="1443281"/>
            <a:ext cx="7887367" cy="1088046"/>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dirty="0">
                <a:solidFill>
                  <a:srgbClr val="F3C910"/>
                </a:solidFill>
              </a:rPr>
              <a:t>S</a:t>
            </a:r>
            <a:r>
              <a:rPr kumimoji="0" lang="en-US" sz="4400" b="0" i="0" u="none" strike="noStrike" kern="1200" cap="none" spc="0" normalizeH="0" baseline="0" noProof="0" dirty="0" err="1">
                <a:ln>
                  <a:noFill/>
                </a:ln>
                <a:solidFill>
                  <a:srgbClr val="F3C910"/>
                </a:solidFill>
                <a:effectLst/>
                <a:uLnTx/>
                <a:uFillTx/>
                <a:latin typeface="Segoe UI Light" charset="0"/>
                <a:ea typeface="Segoe UI Light" charset="0"/>
                <a:cs typeface="Segoe UI Light" charset="0"/>
              </a:rPr>
              <a:t>upply</a:t>
            </a:r>
            <a:r>
              <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rPr>
              <a:t> chain Analysis</a:t>
            </a: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rId3"/>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4/23/2024 1:10:25 AM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4/23/2024 1:00:03 AM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ransportation Mode ,slicer ,slicer ,slicer ,textbox ,slicer ,slicer ,Service Level Analysis ,Compliance Rate per Carrier ,Quantity &amp; Weight per Plant  , Early Shipments and Late Shipments per Carrier ,OnTime Analysis ,Total Weight &amp; Total Order per Carrier ,slicer ,textbox ,image ,card ,image ,card ,image ,card ,image ,card ,image ,card ,image ,card ,image ,card ,image ,card. Please refer to the notes on this slide for details">
            <a:hlinkClick r:id="rId3"/>
          </p:cNvPr>
          <p:cNvPicPr>
            <a:picLocks noChangeAspect="1"/>
          </p:cNvPicPr>
          <p:nvPr/>
        </p:nvPicPr>
        <p:blipFill>
          <a:blip r:embed="rId4"/>
          <a:stretch>
            <a:fillRect/>
          </a:stretch>
        </p:blipFill>
        <p:spPr>
          <a:xfrm>
            <a:off x="1390650" y="0"/>
            <a:ext cx="9401175" cy="6858000"/>
          </a:xfrm>
          <a:prstGeom prst="rect">
            <a:avLst/>
          </a:prstGeom>
          <a:noFill/>
        </p:spPr>
      </p:pic>
      <p:sp>
        <p:nvSpPr>
          <p:cNvPr id="4" name="Title" hidden="1"/>
          <p:cNvSpPr>
            <a:spLocks noGrp="1"/>
          </p:cNvSpPr>
          <p:nvPr>
            <p:ph type="title"/>
          </p:nvPr>
        </p:nvSpPr>
        <p:spPr/>
        <p:txBody>
          <a:bodyPr/>
          <a:lstStyle/>
          <a:p>
            <a:r>
              <a:t>Supply Chain Analysis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extbox ,textbox ,textbox. Please refer to the notes on this slide for details">
            <a:hlinkClick r:id="rId3"/>
          </p:cNvPr>
          <p:cNvPicPr>
            <a:picLocks noChangeAspect="1"/>
          </p:cNvPicPr>
          <p:nvPr/>
        </p:nvPicPr>
        <p:blipFill>
          <a:blip r:embed="rId4"/>
          <a:stretch>
            <a:fillRect/>
          </a:stretch>
        </p:blipFill>
        <p:spPr>
          <a:xfrm>
            <a:off x="476250" y="1000125"/>
            <a:ext cx="11239500" cy="4857750"/>
          </a:xfrm>
          <a:prstGeom prst="rect">
            <a:avLst/>
          </a:prstGeom>
          <a:noFill/>
        </p:spPr>
      </p:pic>
      <p:sp>
        <p:nvSpPr>
          <p:cNvPr id="4" name="Title" hidden="1"/>
          <p:cNvSpPr>
            <a:spLocks noGrp="1"/>
          </p:cNvSpPr>
          <p:nvPr>
            <p:ph type="title"/>
          </p:nvPr>
        </p:nvSpPr>
        <p:spPr/>
        <p:txBody>
          <a:bodyPr/>
          <a:lstStyle/>
          <a:p>
            <a:r>
              <a:t>Summary</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220</Words>
  <Application>Microsoft Office PowerPoint</Application>
  <PresentationFormat>Widescreen</PresentationFormat>
  <Paragraphs>108</Paragraphs>
  <Slides>3</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vt:i4>
      </vt:variant>
    </vt:vector>
  </HeadingPairs>
  <TitlesOfParts>
    <vt:vector size="10" baseType="lpstr">
      <vt:lpstr>Arial</vt:lpstr>
      <vt:lpstr>Calibri</vt:lpstr>
      <vt:lpstr>Calibri Light</vt:lpstr>
      <vt:lpstr>Segoe UI</vt:lpstr>
      <vt:lpstr>Segoe UI Light</vt:lpstr>
      <vt:lpstr>Segoe UI Semibold</vt:lpstr>
      <vt:lpstr>Custom Design</vt:lpstr>
      <vt:lpstr>Supply chain Analysis</vt:lpstr>
      <vt:lpstr>Supply Chain Analysis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Mohamed Fofana</cp:lastModifiedBy>
  <cp:revision>5</cp:revision>
  <dcterms:created xsi:type="dcterms:W3CDTF">2016-09-04T11:54:55Z</dcterms:created>
  <dcterms:modified xsi:type="dcterms:W3CDTF">2024-04-23T01:16:51Z</dcterms:modified>
</cp:coreProperties>
</file>